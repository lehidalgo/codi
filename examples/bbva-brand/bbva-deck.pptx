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BBVA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BBVA Digital Banking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E1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Innovation at the core of every transaction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B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BBVA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76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BE1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for the future of finance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0E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for the future of finance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D0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BBVA's digital platform combines best-in-class technology with a customer-first approach to deliver seamless banking experiences.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payments across 30+ markets</a:t>
            </a:r>
            <a:endParaRPr lang="en-US" sz="1300" dirty="0"/>
          </a:p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financial insights and recommendations</a:t>
            </a:r>
            <a:endParaRPr lang="en-US" sz="1300" dirty="0"/>
          </a:p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banking APIs for developers and partners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76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8BE1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Join the BBVA ecosystem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0E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Join the BBVA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D0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Whether you're a customer, partner, or developer — BBVA provides the tools and support to grow with you.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our Open API developer portal</a:t>
            </a:r>
            <a:endParaRPr lang="en-US" sz="1300" dirty="0"/>
          </a:p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with our partnership team</a:t>
            </a:r>
            <a:endParaRPr lang="en-US" sz="1300" dirty="0"/>
          </a:p>
          <a:p>
            <a:r>
              <a:rPr lang="en-US" sz="1300" dirty="0">
                <a:solidFill>
                  <a:srgbClr val="1A1A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 with a free business account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97680"/>
            <a:ext cx="6858000" cy="1371600"/>
          </a:xfrm>
          <a:prstGeom prst="rect">
            <a:avLst/>
          </a:prstGeom>
          <a:solidFill>
            <a:srgbClr val="001391">
              <a:alpha val="92000"/>
            </a:srgbClr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7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Transforming finance. Empowering people.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761"/>
          </a:solidFill>
          <a:ln w="12700">
            <a:solidFill>
              <a:srgbClr val="FFE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E1E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BBVA Digital Banking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BBVA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BBVA Digital Banking</dc:title>
  <dc:subject>PptxGenJS Presentation</dc:subject>
  <dc:creator>BBVA</dc:creator>
  <cp:lastModifiedBy>BBVA</cp:lastModifiedBy>
  <cp:revision>1</cp:revision>
  <dcterms:created xsi:type="dcterms:W3CDTF">2026-04-06T12:46:31Z</dcterms:created>
  <dcterms:modified xsi:type="dcterms:W3CDTF">2026-04-06T12:46:31Z</dcterms:modified>
</cp:coreProperties>
</file>
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127729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— AI Agent Configuration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config file. Every AI agent. Yours.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Everything your AI needs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unifies rules, skills, and agents across Claude Code, Cursor, Codex, Windsurf, and Cline — from a single source of truth.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1127729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 once, deploy to every AI agent in your stack</a:t>
            </a:r>
            <a:endParaRPr lang="en-US" sz="1500" dirty="0"/>
          </a:p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Versioned skills and rules that evolve with your team</a:t>
            </a:r>
            <a:endParaRPr lang="en-US" sz="1500" dirty="0"/>
          </a:p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Install community presets or publish your own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 ·  Get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 and running in 30 seconds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Initialize Codi in any project and start configuring your AI agents immediately.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1127729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 `codi init` in your project root</a:t>
            </a:r>
            <a:endParaRPr lang="en-US" sz="1500" dirty="0"/>
          </a:p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Add rules, skills, and agents from the registry</a:t>
            </a:r>
            <a:endParaRPr lang="en-US" sz="1500" dirty="0"/>
          </a:p>
          <a:p>
            <a:r>
              <a:rPr lang="en-US" sz="15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 `codi generate` to propagate to all AI tools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11277295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01768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AI agents. Your standards. No drift.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 — AI Agent Configuration</dc:title>
  <dc:subject>PptxGenJS Presentation</dc:subject>
  <dc:creator>Codi</dc:creator>
  <cp:lastModifiedBy>Codi</cp:lastModifiedBy>
  <cp:revision>1</cp:revision>
  <dcterms:created xsi:type="dcterms:W3CDTF">2026-04-06T14:20:27Z</dcterms:created>
  <dcterms:modified xsi:type="dcterms:W3CDTF">2026-04-06T14:20:27Z</dcterms:modified>
</cp:coreProperties>
</file>
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6B6C2"/>
          </a:solidFill>
          <a:ln w="12700">
            <a:solidFill>
              <a:srgbClr val="56B6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6B6C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Codi — AI Agent Configuration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config file. Every AI agent. Yours.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4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Codi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6B6C2"/>
          </a:solidFill>
          <a:ln w="12700">
            <a:solidFill>
              <a:srgbClr val="56B6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C21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Everything your AI needs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6B6C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  KEY FEATURES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6B6C2"/>
          </a:solidFill>
          <a:ln w="12700">
            <a:solidFill>
              <a:srgbClr val="56B6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6B6C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  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Everything your AI needs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1338560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8308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Codi unifies rules, skills, and agents across Claude Code, Cursor, Codex, Windsurf, and Cline — from a single source of truth.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178308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▸ Write once, deploy to every AI agent in your stack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▸ Versioned skills and rules that evolve with your team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▸ Install community presets or publish your own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6B6C2"/>
          </a:solidFill>
          <a:ln w="12700">
            <a:solidFill>
              <a:srgbClr val="56B6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C21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Up and running in 30 seconds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6B6C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  GET STARTED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6B6C2"/>
          </a:solidFill>
          <a:ln w="12700">
            <a:solidFill>
              <a:srgbClr val="56B6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6B6C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  GET STARTED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Up and running in 30 seconds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1338560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8308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Initialize Codi in any project and start configuring your AI agents immediately.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178308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▸ Run `codi init` in your project root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▸ Add rules, skills, and agents from the registry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▸ Run `codi generate` to propagate to all AI tools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297680"/>
            <a:ext cx="685800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56B6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805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B6C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AI agents. Your standards. No drift.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6B6C2"/>
          </a:solidFill>
          <a:ln w="12700">
            <a:solidFill>
              <a:srgbClr val="56B6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6B6C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3474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Codi — AI Agent Configuration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4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github.com/lehidalgo/codi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 — AI Agent Configuration</dc:title>
  <dc:subject>PptxGenJS Presentation</dc:subject>
  <dc:creator>Codi</dc:creator>
  <cp:lastModifiedBy>Codi</cp:lastModifiedBy>
  <cp:revision>1</cp:revision>
  <dcterms:created xsi:type="dcterms:W3CDTF">2026-04-06T12:43:14Z</dcterms:created>
  <dcterms:modified xsi:type="dcterms:W3CDTF">2026-04-06T12:43:14Z</dcterms:modified>
</cp:coreProperties>
</file>
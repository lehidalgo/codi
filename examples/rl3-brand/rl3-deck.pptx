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B88A"/>
          </a:solidFill>
          <a:ln w="12700">
            <a:solidFill>
              <a:srgbClr val="C8B8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RL3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C8B88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AI AGENCY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RL3 AI Agency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7A7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AI implementation for teams that ship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Observar · Actuar · Iterar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C8B88A"/>
          </a:solidFill>
          <a:ln w="12700">
            <a:solidFill>
              <a:srgbClr val="C8B8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8B8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that works in production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8B88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 — WHAT WE DO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C8B88A"/>
          </a:solidFill>
          <a:ln w="12700">
            <a:solidFill>
              <a:srgbClr val="C8B8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B88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 — WHAT WE 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that works in production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1338560" cy="0"/>
          </a:xfrm>
          <a:prstGeom prst="line">
            <a:avLst/>
          </a:prstGeom>
          <a:noFill/>
          <a:ln w="12700">
            <a:solidFill>
              <a:srgbClr val="2A2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8308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RL3 designs and deploys AI systems that integrate into your existing workflow — not prototypes, not demos, but production-grade implementations.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78308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› AI strategy and architecture for engineering teams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› Custom agent development and deployment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› Ongoing optimization and iteration cycles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C8B88A"/>
          </a:solidFill>
          <a:ln w="12700">
            <a:solidFill>
              <a:srgbClr val="C8B8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8B8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 to move fast?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8B88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 — START NOW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C8B88A"/>
          </a:solidFill>
          <a:ln w="12700">
            <a:solidFill>
              <a:srgbClr val="C8B8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B88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 — START NOW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Ready to move fast?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1338560" cy="0"/>
          </a:xfrm>
          <a:prstGeom prst="line">
            <a:avLst/>
          </a:prstGeom>
          <a:noFill/>
          <a:ln w="12700">
            <a:solidFill>
              <a:srgbClr val="2A2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8308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Book a discovery call and we'll map out an implementation plan within 48 hours.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78308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› Discovery call — understand your stack and goals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› Implementation plan — scoped, prioritized, actionable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› First delivery — working AI in your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297680"/>
            <a:ext cx="6858000" cy="1371600"/>
          </a:xfrm>
          <a:prstGeom prst="rect">
            <a:avLst/>
          </a:prstGeom>
          <a:solidFill>
            <a:srgbClr val="C8B88A">
              <a:alpha val="92000"/>
            </a:srgbClr>
          </a:solidFill>
          <a:ln w="12700">
            <a:solidFill>
              <a:srgbClr val="C8B8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805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B88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We don't consult. We build.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C8B88A"/>
          </a:solidFill>
          <a:ln w="12700">
            <a:solidFill>
              <a:srgbClr val="C8B8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RL3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36576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B88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Observar · Actuar · Iterar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RL3 AI Agency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RL3 AI Agency</dc:title>
  <dc:subject>PptxGenJS Presentation</dc:subject>
  <dc:creator>RL3 AI Agency</dc:creator>
  <cp:lastModifiedBy>RL3 AI Agency</cp:lastModifiedBy>
  <cp:revision>1</cp:revision>
  <dcterms:created xsi:type="dcterms:W3CDTF">2026-04-06T12:44:09Z</dcterms:created>
  <dcterms:modified xsi:type="dcterms:W3CDTF">2026-04-06T12:44:09Z</dcterms:modified>
</cp:coreProperties>
</file>